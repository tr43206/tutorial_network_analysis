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3"/>
  </p:notesMasterIdLst>
  <p:sldIdLst>
    <p:sldId id="716" r:id="rId2"/>
  </p:sldIdLst>
  <p:sldSz cx="9144000" cy="5715000" type="screen16x1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태훈 노" initials="태노" lastIdx="1" clrIdx="0">
    <p:extLst>
      <p:ext uri="{19B8F6BF-5375-455C-9EA6-DF929625EA0E}">
        <p15:presenceInfo xmlns:p15="http://schemas.microsoft.com/office/powerpoint/2012/main" userId="5cb1deb18228c1b5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F7F7F"/>
    <a:srgbClr val="2E3D86"/>
    <a:srgbClr val="4169E1"/>
    <a:srgbClr val="B22222"/>
    <a:srgbClr val="004B71"/>
    <a:srgbClr val="E8EDF8"/>
    <a:srgbClr val="EAF4E4"/>
    <a:srgbClr val="E5EBF7"/>
    <a:srgbClr val="E4EEF8"/>
    <a:srgbClr val="EAED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030" autoAdjust="0"/>
    <p:restoredTop sz="95366" autoAdjust="0"/>
  </p:normalViewPr>
  <p:slideViewPr>
    <p:cSldViewPr snapToGrid="0">
      <p:cViewPr varScale="1">
        <p:scale>
          <a:sx n="150" d="100"/>
          <a:sy n="150" d="100"/>
        </p:scale>
        <p:origin x="660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2C72A-4F8B-40EE-AAF1-BEDB06DFD2D8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F2B370-AAAF-4E30-8C6E-A422D247457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90456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5">
            <a:extLst>
              <a:ext uri="{FF2B5EF4-FFF2-40B4-BE49-F238E27FC236}">
                <a16:creationId xmlns:a16="http://schemas.microsoft.com/office/drawing/2014/main" id="{1C6C7533-AA6C-50DA-9934-D3CDC6B4613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11395" r="11395" b="70983"/>
          <a:stretch>
            <a:fillRect/>
          </a:stretch>
        </p:blipFill>
        <p:spPr>
          <a:xfrm>
            <a:off x="0" y="3205460"/>
            <a:ext cx="9144000" cy="25095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4CA5B57-A941-19BD-0660-34102E5818C0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2801719" y="1349013"/>
            <a:ext cx="3540562" cy="264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7697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2">
            <a:extLst>
              <a:ext uri="{FF2B5EF4-FFF2-40B4-BE49-F238E27FC236}">
                <a16:creationId xmlns:a16="http://schemas.microsoft.com/office/drawing/2014/main" id="{44281FD4-06AD-6876-7DB1-059FCE8DD8B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5400000">
            <a:off x="595678" y="405692"/>
            <a:ext cx="351000" cy="18000"/>
          </a:xfrm>
          <a:prstGeom prst="rect">
            <a:avLst/>
          </a:prstGeom>
        </p:spPr>
      </p:pic>
      <p:sp>
        <p:nvSpPr>
          <p:cNvPr id="25" name="TextBox 21">
            <a:extLst>
              <a:ext uri="{FF2B5EF4-FFF2-40B4-BE49-F238E27FC236}">
                <a16:creationId xmlns:a16="http://schemas.microsoft.com/office/drawing/2014/main" id="{BDFCD7D0-7D90-BD83-035F-34D1CFEB2B5C}"/>
              </a:ext>
            </a:extLst>
          </p:cNvPr>
          <p:cNvSpPr txBox="1"/>
          <p:nvPr userDrawn="1"/>
        </p:nvSpPr>
        <p:spPr>
          <a:xfrm>
            <a:off x="6540439" y="5499913"/>
            <a:ext cx="2490294" cy="109389"/>
          </a:xfrm>
          <a:prstGeom prst="rect">
            <a:avLst/>
          </a:prstGeom>
        </p:spPr>
        <p:txBody>
          <a:bodyPr lIns="0" tIns="0" rIns="0" bIns="0" rtlCol="0" anchor="t"/>
          <a:lstStyle/>
          <a:p>
            <a:pPr lvl="0" algn="r">
              <a:lnSpc>
                <a:spcPct val="116199"/>
              </a:lnSpc>
            </a:pPr>
            <a:r>
              <a:rPr lang="en-US" sz="700" b="1" i="0" u="none" strike="noStrike" dirty="0">
                <a:solidFill>
                  <a:srgbClr val="9FA9D8"/>
                </a:solidFill>
                <a:latin typeface="Pretendard SemiBold"/>
              </a:rPr>
              <a:t>FOOD MICROBIOLOGY AND MICROBIOME LABORATORY</a:t>
            </a:r>
          </a:p>
        </p:txBody>
      </p:sp>
    </p:spTree>
    <p:extLst>
      <p:ext uri="{BB962C8B-B14F-4D97-AF65-F5344CB8AC3E}">
        <p14:creationId xmlns:p14="http://schemas.microsoft.com/office/powerpoint/2010/main" val="2995162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8600" y="152577"/>
            <a:ext cx="4114800" cy="635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8600" y="889000"/>
            <a:ext cx="4114800" cy="25144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28600" y="3531306"/>
            <a:ext cx="1066800" cy="20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C3BFC8-1AD8-4EF2-807A-F6B2AF131E01}" type="datetimeFigureOut">
              <a:rPr lang="ko-KR" altLang="en-US" smtClean="0"/>
              <a:t>2026-05-21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562100" y="3531306"/>
            <a:ext cx="1447800" cy="20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76600" y="3531306"/>
            <a:ext cx="1066800" cy="20284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A3A5E8-A803-4480-86BD-8283CE83287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27344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</p:sldLayoutIdLst>
  <p:txStyles>
    <p:titleStyle>
      <a:lvl1pPr algn="ctr" defTabSz="457200" rtl="0" eaLnBrk="1" latinLnBrk="1" hangingPunct="1">
        <a:spcBef>
          <a:spcPct val="0"/>
        </a:spcBef>
        <a:buNone/>
        <a:defRPr sz="22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457200" rtl="0" eaLnBrk="1" latinLnBrk="1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371475" indent="-142875" algn="l" defTabSz="457200" rtl="0" eaLnBrk="1" latinLnBrk="1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571500" indent="-114300" algn="l" defTabSz="457200" rtl="0" eaLnBrk="1" latinLnBrk="1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00100" indent="-114300" algn="l" defTabSz="457200" rtl="0" eaLnBrk="1" latinLnBrk="1" hangingPunct="1">
        <a:spcBef>
          <a:spcPct val="20000"/>
        </a:spcBef>
        <a:buFont typeface="Arial" pitchFamily="34" charset="0"/>
        <a:buChar char="–"/>
        <a:defRPr sz="1000" kern="1200">
          <a:solidFill>
            <a:schemeClr val="tx1"/>
          </a:solidFill>
          <a:latin typeface="+mn-lt"/>
          <a:ea typeface="+mn-ea"/>
          <a:cs typeface="+mn-cs"/>
        </a:defRPr>
      </a:lvl4pPr>
      <a:lvl5pPr marL="1028700" indent="-114300" algn="l" defTabSz="457200" rtl="0" eaLnBrk="1" latinLnBrk="1" hangingPunct="1">
        <a:spcBef>
          <a:spcPct val="20000"/>
        </a:spcBef>
        <a:buFont typeface="Arial" pitchFamily="34" charset="0"/>
        <a:buChar char="»"/>
        <a:defRPr sz="1000" kern="1200">
          <a:solidFill>
            <a:schemeClr val="tx1"/>
          </a:solidFill>
          <a:latin typeface="+mn-lt"/>
          <a:ea typeface="+mn-ea"/>
          <a:cs typeface="+mn-cs"/>
        </a:defRPr>
      </a:lvl5pPr>
      <a:lvl6pPr marL="1257300" indent="-114300" algn="l" defTabSz="457200" rtl="0" eaLnBrk="1" latinLnBrk="1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6pPr>
      <a:lvl7pPr marL="1485900" indent="-114300" algn="l" defTabSz="457200" rtl="0" eaLnBrk="1" latinLnBrk="1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7pPr>
      <a:lvl8pPr marL="1714500" indent="-114300" algn="l" defTabSz="457200" rtl="0" eaLnBrk="1" latinLnBrk="1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1943100" indent="-114300" algn="l" defTabSz="457200" rtl="0" eaLnBrk="1" latinLnBrk="1" hangingPunct="1">
        <a:spcBef>
          <a:spcPct val="20000"/>
        </a:spcBef>
        <a:buFont typeface="Arial" pitchFamily="34" charset="0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5pPr>
      <a:lvl6pPr marL="114300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6pPr>
      <a:lvl7pPr marL="137160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160020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8pPr>
      <a:lvl9pPr marL="1828800" algn="l" defTabSz="457200" rtl="0" eaLnBrk="1" latinLnBrk="1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80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068C1-ED94-D269-92B9-16AFF88007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99006542-40BC-3877-D104-F0ACACDB4915}"/>
              </a:ext>
            </a:extLst>
          </p:cNvPr>
          <p:cNvGrpSpPr/>
          <p:nvPr/>
        </p:nvGrpSpPr>
        <p:grpSpPr>
          <a:xfrm>
            <a:off x="4037362" y="2226037"/>
            <a:ext cx="1065427" cy="1260411"/>
            <a:chOff x="4037362" y="2226037"/>
            <a:chExt cx="1065427" cy="1260411"/>
          </a:xfrm>
        </p:grpSpPr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611F395-ED46-D835-4B80-4C518B8CCA3C}"/>
                </a:ext>
              </a:extLst>
            </p:cNvPr>
            <p:cNvSpPr txBox="1"/>
            <p:nvPr/>
          </p:nvSpPr>
          <p:spPr>
            <a:xfrm>
              <a:off x="4652581" y="2751267"/>
              <a:ext cx="344920" cy="20774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750" b="1" dirty="0">
                  <a:latin typeface="Arial" panose="020B0604020202020204" pitchFamily="34" charset="0"/>
                  <a:cs typeface="Arial" panose="020B0604020202020204" pitchFamily="34" charset="0"/>
                </a:rPr>
                <a:t>0.0</a:t>
              </a:r>
              <a:endParaRPr lang="ko-KR" altLang="en-US" sz="7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7820E01-26C1-262D-DC74-82477B3228E2}"/>
                </a:ext>
              </a:extLst>
            </p:cNvPr>
            <p:cNvSpPr txBox="1"/>
            <p:nvPr/>
          </p:nvSpPr>
          <p:spPr>
            <a:xfrm>
              <a:off x="4652581" y="3240227"/>
              <a:ext cx="441598" cy="24622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1000" b="1" dirty="0">
                  <a:latin typeface="Arial" panose="020B0604020202020204" pitchFamily="34" charset="0"/>
                  <a:cs typeface="Arial" panose="020B0604020202020204" pitchFamily="34" charset="0"/>
                </a:rPr>
                <a:t>-</a:t>
              </a:r>
              <a:r>
                <a:rPr lang="en-US" altLang="ko-KR" sz="750" b="1" dirty="0">
                  <a:latin typeface="Arial" panose="020B0604020202020204" pitchFamily="34" charset="0"/>
                  <a:cs typeface="Arial" panose="020B0604020202020204" pitchFamily="34" charset="0"/>
                </a:rPr>
                <a:t> 1.0</a:t>
              </a:r>
              <a:endParaRPr lang="ko-KR" altLang="en-US" sz="7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1068A4A4-9D78-F150-F7EA-DBE1457F9BEA}"/>
                </a:ext>
              </a:extLst>
            </p:cNvPr>
            <p:cNvSpPr txBox="1"/>
            <p:nvPr/>
          </p:nvSpPr>
          <p:spPr>
            <a:xfrm>
              <a:off x="4652581" y="2226037"/>
              <a:ext cx="441598" cy="20774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r>
                <a:rPr lang="en-US" altLang="ko-KR" sz="750" b="1" dirty="0">
                  <a:latin typeface="Arial" panose="020B0604020202020204" pitchFamily="34" charset="0"/>
                  <a:cs typeface="Arial" panose="020B0604020202020204" pitchFamily="34" charset="0"/>
                </a:rPr>
                <a:t>1.0</a:t>
              </a:r>
              <a:endParaRPr lang="ko-KR" altLang="en-US" sz="750" b="1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pic>
          <p:nvPicPr>
            <p:cNvPr id="25" name="그림 24">
              <a:extLst>
                <a:ext uri="{FF2B5EF4-FFF2-40B4-BE49-F238E27FC236}">
                  <a16:creationId xmlns:a16="http://schemas.microsoft.com/office/drawing/2014/main" id="{9ACB3418-69DC-1515-B8DE-6B2EAEB1ECA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t="2110" b="1"/>
            <a:stretch>
              <a:fillRect/>
            </a:stretch>
          </p:blipFill>
          <p:spPr>
            <a:xfrm>
              <a:off x="4354001" y="2329965"/>
              <a:ext cx="344919" cy="1057214"/>
            </a:xfrm>
            <a:prstGeom prst="rect">
              <a:avLst/>
            </a:prstGeom>
          </p:spPr>
        </p:pic>
        <p:sp>
          <p:nvSpPr>
            <p:cNvPr id="26" name="직각 삼각형 25">
              <a:extLst>
                <a:ext uri="{FF2B5EF4-FFF2-40B4-BE49-F238E27FC236}">
                  <a16:creationId xmlns:a16="http://schemas.microsoft.com/office/drawing/2014/main" id="{35DA0AEC-77DB-8943-7F89-7015B4448983}"/>
                </a:ext>
              </a:extLst>
            </p:cNvPr>
            <p:cNvSpPr/>
            <p:nvPr/>
          </p:nvSpPr>
          <p:spPr>
            <a:xfrm flipH="1" flipV="1">
              <a:off x="4211231" y="2329964"/>
              <a:ext cx="166901" cy="529200"/>
            </a:xfrm>
            <a:prstGeom prst="rtTriangle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7" name="직각 삼각형 26">
              <a:extLst>
                <a:ext uri="{FF2B5EF4-FFF2-40B4-BE49-F238E27FC236}">
                  <a16:creationId xmlns:a16="http://schemas.microsoft.com/office/drawing/2014/main" id="{13CD45E1-CC66-F13A-8C64-02CCFE6C17DA}"/>
                </a:ext>
              </a:extLst>
            </p:cNvPr>
            <p:cNvSpPr/>
            <p:nvPr/>
          </p:nvSpPr>
          <p:spPr>
            <a:xfrm flipH="1">
              <a:off x="4211231" y="2857523"/>
              <a:ext cx="166901" cy="529200"/>
            </a:xfrm>
            <a:prstGeom prst="rtTriangle">
              <a:avLst/>
            </a:prstGeom>
            <a:solidFill>
              <a:srgbClr val="7F7F7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cxnSp>
          <p:nvCxnSpPr>
            <p:cNvPr id="29" name="직선 연결선 28">
              <a:extLst>
                <a:ext uri="{FF2B5EF4-FFF2-40B4-BE49-F238E27FC236}">
                  <a16:creationId xmlns:a16="http://schemas.microsoft.com/office/drawing/2014/main" id="{1CC8DD94-F0AE-3C0A-67B2-8849E3A93A81}"/>
                </a:ext>
              </a:extLst>
            </p:cNvPr>
            <p:cNvCxnSpPr>
              <a:cxnSpLocks/>
            </p:cNvCxnSpPr>
            <p:nvPr/>
          </p:nvCxnSpPr>
          <p:spPr>
            <a:xfrm>
              <a:off x="4645094" y="2857523"/>
              <a:ext cx="722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직선 연결선 33">
              <a:extLst>
                <a:ext uri="{FF2B5EF4-FFF2-40B4-BE49-F238E27FC236}">
                  <a16:creationId xmlns:a16="http://schemas.microsoft.com/office/drawing/2014/main" id="{FFA642BE-E277-F808-32DD-CAC78F381010}"/>
                </a:ext>
              </a:extLst>
            </p:cNvPr>
            <p:cNvCxnSpPr>
              <a:cxnSpLocks/>
            </p:cNvCxnSpPr>
            <p:nvPr/>
          </p:nvCxnSpPr>
          <p:spPr>
            <a:xfrm>
              <a:off x="4645094" y="3379579"/>
              <a:ext cx="722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직선 연결선 34">
              <a:extLst>
                <a:ext uri="{FF2B5EF4-FFF2-40B4-BE49-F238E27FC236}">
                  <a16:creationId xmlns:a16="http://schemas.microsoft.com/office/drawing/2014/main" id="{086C18F4-7EC2-1FB5-AA5B-4DDB500DC268}"/>
                </a:ext>
              </a:extLst>
            </p:cNvPr>
            <p:cNvCxnSpPr>
              <a:cxnSpLocks/>
            </p:cNvCxnSpPr>
            <p:nvPr/>
          </p:nvCxnSpPr>
          <p:spPr>
            <a:xfrm>
              <a:off x="4645094" y="2334719"/>
              <a:ext cx="72231" cy="0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20200C7-775F-2E09-7706-FD702532B76A}"/>
                </a:ext>
              </a:extLst>
            </p:cNvPr>
            <p:cNvSpPr txBox="1"/>
            <p:nvPr/>
          </p:nvSpPr>
          <p:spPr>
            <a:xfrm rot="16200000">
              <a:off x="3616482" y="2748791"/>
              <a:ext cx="1057203" cy="215444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750" b="1" dirty="0">
                  <a:solidFill>
                    <a:srgbClr val="7F7F7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Edge width</a:t>
              </a:r>
              <a:endParaRPr lang="ko-KR" altLang="en-US" sz="750" b="1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74D450D0-DFB8-8D2C-7BBF-1293958C459B}"/>
                </a:ext>
              </a:extLst>
            </p:cNvPr>
            <p:cNvSpPr txBox="1"/>
            <p:nvPr/>
          </p:nvSpPr>
          <p:spPr>
            <a:xfrm rot="5400000">
              <a:off x="4470308" y="2752646"/>
              <a:ext cx="1057214" cy="207749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750" b="1" dirty="0">
                  <a:solidFill>
                    <a:srgbClr val="7F7F7F"/>
                  </a:solidFill>
                  <a:latin typeface="Arial" panose="020B0604020202020204" pitchFamily="34" charset="0"/>
                  <a:cs typeface="Arial" panose="020B0604020202020204" pitchFamily="34" charset="0"/>
                </a:rPr>
                <a:t>coefficient</a:t>
              </a:r>
              <a:endParaRPr lang="ko-KR" altLang="en-US" sz="750" b="1" dirty="0">
                <a:solidFill>
                  <a:srgbClr val="7F7F7F"/>
                </a:solidFill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40076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ppt_template1</Template>
  <TotalTime>104830</TotalTime>
  <Words>7</Words>
  <Application>Microsoft Office PowerPoint</Application>
  <PresentationFormat>화면 슬라이드 쇼(16:10)</PresentationFormat>
  <Paragraphs>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Pretendard SemiBold</vt:lpstr>
      <vt:lpstr>맑은 고딕</vt:lpstr>
      <vt:lpstr>Arial</vt:lpstr>
      <vt:lpstr>Calibri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노태훈</dc:creator>
  <cp:lastModifiedBy>태훈 노</cp:lastModifiedBy>
  <cp:revision>328</cp:revision>
  <dcterms:created xsi:type="dcterms:W3CDTF">2020-02-28T06:55:33Z</dcterms:created>
  <dcterms:modified xsi:type="dcterms:W3CDTF">2026-05-21T10:35:26Z</dcterms:modified>
</cp:coreProperties>
</file>